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imat Oyiza Aliyu" userId="7d2a48e5ef8798e0" providerId="LiveId" clId="{16914F81-BF9E-4E80-9836-8779324BA3DF}"/>
    <pc:docChg chg="undo custSel addSld delSld modSld">
      <pc:chgData name="Halimat Oyiza Aliyu" userId="7d2a48e5ef8798e0" providerId="LiveId" clId="{16914F81-BF9E-4E80-9836-8779324BA3DF}" dt="2026-04-24T22:43:30.353" v="1264" actId="2696"/>
      <pc:docMkLst>
        <pc:docMk/>
      </pc:docMkLst>
      <pc:sldChg chg="addSp modSp mod">
        <pc:chgData name="Halimat Oyiza Aliyu" userId="7d2a48e5ef8798e0" providerId="LiveId" clId="{16914F81-BF9E-4E80-9836-8779324BA3DF}" dt="2026-04-24T22:41:04.973" v="1240"/>
        <pc:sldMkLst>
          <pc:docMk/>
          <pc:sldMk cId="1360670479" sldId="256"/>
        </pc:sldMkLst>
        <pc:spChg chg="mod">
          <ac:chgData name="Halimat Oyiza Aliyu" userId="7d2a48e5ef8798e0" providerId="LiveId" clId="{16914F81-BF9E-4E80-9836-8779324BA3DF}" dt="2026-04-24T22:41:04.973" v="1240"/>
          <ac:spMkLst>
            <pc:docMk/>
            <pc:sldMk cId="1360670479" sldId="256"/>
            <ac:spMk id="2" creationId="{2EC86D81-78C8-9C7E-09F3-CDD55236A1A7}"/>
          </ac:spMkLst>
        </pc:spChg>
        <pc:spChg chg="mod">
          <ac:chgData name="Halimat Oyiza Aliyu" userId="7d2a48e5ef8798e0" providerId="LiveId" clId="{16914F81-BF9E-4E80-9836-8779324BA3DF}" dt="2026-04-24T22:41:04.973" v="1240"/>
          <ac:spMkLst>
            <pc:docMk/>
            <pc:sldMk cId="1360670479" sldId="256"/>
            <ac:spMk id="3" creationId="{F99E192F-5534-D359-28D3-0C81626F7053}"/>
          </ac:spMkLst>
        </pc:spChg>
        <pc:spChg chg="add mod">
          <ac:chgData name="Halimat Oyiza Aliyu" userId="7d2a48e5ef8798e0" providerId="LiveId" clId="{16914F81-BF9E-4E80-9836-8779324BA3DF}" dt="2026-04-24T22:31:49.651" v="1003" actId="14100"/>
          <ac:spMkLst>
            <pc:docMk/>
            <pc:sldMk cId="1360670479" sldId="256"/>
            <ac:spMk id="12" creationId="{2DBF8482-0B3B-FB36-3158-B8075CC437A3}"/>
          </ac:spMkLst>
        </pc:spChg>
        <pc:picChg chg="add mod">
          <ac:chgData name="Halimat Oyiza Aliyu" userId="7d2a48e5ef8798e0" providerId="LiveId" clId="{16914F81-BF9E-4E80-9836-8779324BA3DF}" dt="2026-04-24T21:47:16.422" v="259" actId="1035"/>
          <ac:picMkLst>
            <pc:docMk/>
            <pc:sldMk cId="1360670479" sldId="256"/>
            <ac:picMk id="11" creationId="{A36B2DA7-7157-19B2-1A6B-DBCC3B32068F}"/>
          </ac:picMkLst>
        </pc:picChg>
      </pc:sldChg>
      <pc:sldChg chg="addSp delSp modSp new del mod">
        <pc:chgData name="Halimat Oyiza Aliyu" userId="7d2a48e5ef8798e0" providerId="LiveId" clId="{16914F81-BF9E-4E80-9836-8779324BA3DF}" dt="2026-04-24T21:56:38.717" v="353" actId="2696"/>
        <pc:sldMkLst>
          <pc:docMk/>
          <pc:sldMk cId="336515489" sldId="257"/>
        </pc:sldMkLst>
        <pc:spChg chg="mod">
          <ac:chgData name="Halimat Oyiza Aliyu" userId="7d2a48e5ef8798e0" providerId="LiveId" clId="{16914F81-BF9E-4E80-9836-8779324BA3DF}" dt="2026-04-24T21:52:58.506" v="281" actId="208"/>
          <ac:spMkLst>
            <pc:docMk/>
            <pc:sldMk cId="336515489" sldId="257"/>
            <ac:spMk id="2" creationId="{44895B6E-C2C9-30D6-297B-A5DF8DBBAE98}"/>
          </ac:spMkLst>
        </pc:spChg>
        <pc:spChg chg="del mod">
          <ac:chgData name="Halimat Oyiza Aliyu" userId="7d2a48e5ef8798e0" providerId="LiveId" clId="{16914F81-BF9E-4E80-9836-8779324BA3DF}" dt="2026-04-24T21:43:11.658" v="159" actId="478"/>
          <ac:spMkLst>
            <pc:docMk/>
            <pc:sldMk cId="336515489" sldId="257"/>
            <ac:spMk id="3" creationId="{DF862BC0-1804-FC62-5CF2-DBE0CA012CDB}"/>
          </ac:spMkLst>
        </pc:spChg>
        <pc:spChg chg="add del mod">
          <ac:chgData name="Halimat Oyiza Aliyu" userId="7d2a48e5ef8798e0" providerId="LiveId" clId="{16914F81-BF9E-4E80-9836-8779324BA3DF}" dt="2026-04-24T21:50:32.277" v="271"/>
          <ac:spMkLst>
            <pc:docMk/>
            <pc:sldMk cId="336515489" sldId="257"/>
            <ac:spMk id="5" creationId="{11ED9F08-24D5-7B8E-5AB6-37386F75F8D5}"/>
          </ac:spMkLst>
        </pc:spChg>
        <pc:spChg chg="add del mod">
          <ac:chgData name="Halimat Oyiza Aliyu" userId="7d2a48e5ef8798e0" providerId="LiveId" clId="{16914F81-BF9E-4E80-9836-8779324BA3DF}" dt="2026-04-24T21:53:00.814" v="283"/>
          <ac:spMkLst>
            <pc:docMk/>
            <pc:sldMk cId="336515489" sldId="257"/>
            <ac:spMk id="6" creationId="{5E9FB081-1425-321C-E72D-36CD76BC07F7}"/>
          </ac:spMkLst>
        </pc:spChg>
        <pc:spChg chg="add mod">
          <ac:chgData name="Halimat Oyiza Aliyu" userId="7d2a48e5ef8798e0" providerId="LiveId" clId="{16914F81-BF9E-4E80-9836-8779324BA3DF}" dt="2026-04-24T21:54:41.921" v="326" actId="14100"/>
          <ac:spMkLst>
            <pc:docMk/>
            <pc:sldMk cId="336515489" sldId="257"/>
            <ac:spMk id="7" creationId="{3FBDF738-6CDA-6802-39F4-7DD9FE7A9965}"/>
          </ac:spMkLst>
        </pc:spChg>
        <pc:picChg chg="add mod">
          <ac:chgData name="Halimat Oyiza Aliyu" userId="7d2a48e5ef8798e0" providerId="LiveId" clId="{16914F81-BF9E-4E80-9836-8779324BA3DF}" dt="2026-04-24T21:47:33.208" v="260"/>
          <ac:picMkLst>
            <pc:docMk/>
            <pc:sldMk cId="336515489" sldId="257"/>
            <ac:picMk id="4" creationId="{E5D3F2A7-8111-269E-208A-05B7A5C7B189}"/>
          </ac:picMkLst>
        </pc:picChg>
      </pc:sldChg>
      <pc:sldChg chg="addSp modSp new mod">
        <pc:chgData name="Halimat Oyiza Aliyu" userId="7d2a48e5ef8798e0" providerId="LiveId" clId="{16914F81-BF9E-4E80-9836-8779324BA3DF}" dt="2026-04-24T22:42:29.139" v="1243" actId="207"/>
        <pc:sldMkLst>
          <pc:docMk/>
          <pc:sldMk cId="3974971772" sldId="258"/>
        </pc:sldMkLst>
        <pc:spChg chg="mod">
          <ac:chgData name="Halimat Oyiza Aliyu" userId="7d2a48e5ef8798e0" providerId="LiveId" clId="{16914F81-BF9E-4E80-9836-8779324BA3DF}" dt="2026-04-24T22:19:06.719" v="666" actId="255"/>
          <ac:spMkLst>
            <pc:docMk/>
            <pc:sldMk cId="3974971772" sldId="258"/>
            <ac:spMk id="2" creationId="{F5A5E505-51BD-2FA5-2CC2-1D6322417E63}"/>
          </ac:spMkLst>
        </pc:spChg>
        <pc:spChg chg="mod">
          <ac:chgData name="Halimat Oyiza Aliyu" userId="7d2a48e5ef8798e0" providerId="LiveId" clId="{16914F81-BF9E-4E80-9836-8779324BA3DF}" dt="2026-04-24T22:42:24.246" v="1242" actId="207"/>
          <ac:spMkLst>
            <pc:docMk/>
            <pc:sldMk cId="3974971772" sldId="258"/>
            <ac:spMk id="3" creationId="{E700239C-171D-AB02-B7A7-E104030B260F}"/>
          </ac:spMkLst>
        </pc:spChg>
        <pc:spChg chg="add mod">
          <ac:chgData name="Halimat Oyiza Aliyu" userId="7d2a48e5ef8798e0" providerId="LiveId" clId="{16914F81-BF9E-4E80-9836-8779324BA3DF}" dt="2026-04-24T22:42:29.139" v="1243" actId="207"/>
          <ac:spMkLst>
            <pc:docMk/>
            <pc:sldMk cId="3974971772" sldId="258"/>
            <ac:spMk id="5" creationId="{B4BDDE4B-637C-6A36-03B2-B86CAA0A7D6A}"/>
          </ac:spMkLst>
        </pc:spChg>
        <pc:picChg chg="add mod">
          <ac:chgData name="Halimat Oyiza Aliyu" userId="7d2a48e5ef8798e0" providerId="LiveId" clId="{16914F81-BF9E-4E80-9836-8779324BA3DF}" dt="2026-04-24T21:58:33.327" v="379"/>
          <ac:picMkLst>
            <pc:docMk/>
            <pc:sldMk cId="3974971772" sldId="258"/>
            <ac:picMk id="4" creationId="{7BF15DFB-A40B-702E-8916-5D164D8FD791}"/>
          </ac:picMkLst>
        </pc:picChg>
        <pc:cxnChg chg="add mod">
          <ac:chgData name="Halimat Oyiza Aliyu" userId="7d2a48e5ef8798e0" providerId="LiveId" clId="{16914F81-BF9E-4E80-9836-8779324BA3DF}" dt="2026-04-24T22:29:23.877" v="957" actId="13822"/>
          <ac:cxnSpMkLst>
            <pc:docMk/>
            <pc:sldMk cId="3974971772" sldId="258"/>
            <ac:cxnSpMk id="7" creationId="{477E6F4C-475C-D09F-44FB-10FC804F5EF8}"/>
          </ac:cxnSpMkLst>
        </pc:cxnChg>
      </pc:sldChg>
      <pc:sldChg chg="addSp delSp modSp new mod">
        <pc:chgData name="Halimat Oyiza Aliyu" userId="7d2a48e5ef8798e0" providerId="LiveId" clId="{16914F81-BF9E-4E80-9836-8779324BA3DF}" dt="2026-04-24T22:41:04.973" v="1240"/>
        <pc:sldMkLst>
          <pc:docMk/>
          <pc:sldMk cId="3408161498" sldId="259"/>
        </pc:sldMkLst>
        <pc:spChg chg="mod">
          <ac:chgData name="Halimat Oyiza Aliyu" userId="7d2a48e5ef8798e0" providerId="LiveId" clId="{16914F81-BF9E-4E80-9836-8779324BA3DF}" dt="2026-04-24T22:41:04.973" v="1240"/>
          <ac:spMkLst>
            <pc:docMk/>
            <pc:sldMk cId="3408161498" sldId="259"/>
            <ac:spMk id="2" creationId="{0E543ABB-69E7-61C6-54E6-61AB9D45EC56}"/>
          </ac:spMkLst>
        </pc:spChg>
        <pc:spChg chg="del">
          <ac:chgData name="Halimat Oyiza Aliyu" userId="7d2a48e5ef8798e0" providerId="LiveId" clId="{16914F81-BF9E-4E80-9836-8779324BA3DF}" dt="2026-04-24T21:54:13.311" v="309"/>
          <ac:spMkLst>
            <pc:docMk/>
            <pc:sldMk cId="3408161498" sldId="259"/>
            <ac:spMk id="3" creationId="{5DFD0ABA-FDFC-9447-2D3E-63EC1DDE7601}"/>
          </ac:spMkLst>
        </pc:spChg>
        <pc:spChg chg="add mod">
          <ac:chgData name="Halimat Oyiza Aliyu" userId="7d2a48e5ef8798e0" providerId="LiveId" clId="{16914F81-BF9E-4E80-9836-8779324BA3DF}" dt="2026-04-24T22:41:04.973" v="1240"/>
          <ac:spMkLst>
            <pc:docMk/>
            <pc:sldMk cId="3408161498" sldId="259"/>
            <ac:spMk id="4" creationId="{2E911550-B7B5-CF0C-A463-FBD6C23EB731}"/>
          </ac:spMkLst>
        </pc:spChg>
        <pc:spChg chg="add del mod">
          <ac:chgData name="Halimat Oyiza Aliyu" userId="7d2a48e5ef8798e0" providerId="LiveId" clId="{16914F81-BF9E-4E80-9836-8779324BA3DF}" dt="2026-04-24T21:55:14.600" v="330" actId="478"/>
          <ac:spMkLst>
            <pc:docMk/>
            <pc:sldMk cId="3408161498" sldId="259"/>
            <ac:spMk id="5" creationId="{D1A8498A-6172-065A-2DFB-4342E3B37656}"/>
          </ac:spMkLst>
        </pc:spChg>
        <pc:spChg chg="add del mod">
          <ac:chgData name="Halimat Oyiza Aliyu" userId="7d2a48e5ef8798e0" providerId="LiveId" clId="{16914F81-BF9E-4E80-9836-8779324BA3DF}" dt="2026-04-24T21:56:26.043" v="352" actId="478"/>
          <ac:spMkLst>
            <pc:docMk/>
            <pc:sldMk cId="3408161498" sldId="259"/>
            <ac:spMk id="6" creationId="{493E15A5-3D6B-4E36-768F-6EE9E6B007FB}"/>
          </ac:spMkLst>
        </pc:spChg>
        <pc:picChg chg="add mod">
          <ac:chgData name="Halimat Oyiza Aliyu" userId="7d2a48e5ef8798e0" providerId="LiveId" clId="{16914F81-BF9E-4E80-9836-8779324BA3DF}" dt="2026-04-24T21:57:48.734" v="359"/>
          <ac:picMkLst>
            <pc:docMk/>
            <pc:sldMk cId="3408161498" sldId="259"/>
            <ac:picMk id="7" creationId="{9F14E7BB-7A4B-CEE5-4AF2-2539139A984C}"/>
          </ac:picMkLst>
        </pc:picChg>
        <pc:picChg chg="add mod">
          <ac:chgData name="Halimat Oyiza Aliyu" userId="7d2a48e5ef8798e0" providerId="LiveId" clId="{16914F81-BF9E-4E80-9836-8779324BA3DF}" dt="2026-04-24T22:10:08.159" v="641" actId="1036"/>
          <ac:picMkLst>
            <pc:docMk/>
            <pc:sldMk cId="3408161498" sldId="259"/>
            <ac:picMk id="9" creationId="{34D120AC-A823-732C-F4A2-91CFA6A51601}"/>
          </ac:picMkLst>
        </pc:picChg>
      </pc:sldChg>
      <pc:sldChg chg="addSp modSp new mod">
        <pc:chgData name="Halimat Oyiza Aliyu" userId="7d2a48e5ef8798e0" providerId="LiveId" clId="{16914F81-BF9E-4E80-9836-8779324BA3DF}" dt="2026-04-24T22:42:02.180" v="1241" actId="207"/>
        <pc:sldMkLst>
          <pc:docMk/>
          <pc:sldMk cId="2660757421" sldId="260"/>
        </pc:sldMkLst>
        <pc:spChg chg="mod">
          <ac:chgData name="Halimat Oyiza Aliyu" userId="7d2a48e5ef8798e0" providerId="LiveId" clId="{16914F81-BF9E-4E80-9836-8779324BA3DF}" dt="2026-04-24T22:41:04.973" v="1240"/>
          <ac:spMkLst>
            <pc:docMk/>
            <pc:sldMk cId="2660757421" sldId="260"/>
            <ac:spMk id="2" creationId="{4E65F1EF-E445-861A-91FD-80B94A13B668}"/>
          </ac:spMkLst>
        </pc:spChg>
        <pc:spChg chg="mod">
          <ac:chgData name="Halimat Oyiza Aliyu" userId="7d2a48e5ef8798e0" providerId="LiveId" clId="{16914F81-BF9E-4E80-9836-8779324BA3DF}" dt="2026-04-24T22:42:02.180" v="1241" actId="207"/>
          <ac:spMkLst>
            <pc:docMk/>
            <pc:sldMk cId="2660757421" sldId="260"/>
            <ac:spMk id="3" creationId="{D147AC49-5E48-5104-AFEB-FFF75D3EE307}"/>
          </ac:spMkLst>
        </pc:spChg>
        <pc:picChg chg="add mod">
          <ac:chgData name="Halimat Oyiza Aliyu" userId="7d2a48e5ef8798e0" providerId="LiveId" clId="{16914F81-BF9E-4E80-9836-8779324BA3DF}" dt="2026-04-24T22:40:21.021" v="1234"/>
          <ac:picMkLst>
            <pc:docMk/>
            <pc:sldMk cId="2660757421" sldId="260"/>
            <ac:picMk id="6" creationId="{185DDED7-5D28-9748-C049-A920DB5B60F7}"/>
          </ac:picMkLst>
        </pc:picChg>
        <pc:cxnChg chg="add mod">
          <ac:chgData name="Halimat Oyiza Aliyu" userId="7d2a48e5ef8798e0" providerId="LiveId" clId="{16914F81-BF9E-4E80-9836-8779324BA3DF}" dt="2026-04-24T22:40:02.905" v="1233" actId="1076"/>
          <ac:cxnSpMkLst>
            <pc:docMk/>
            <pc:sldMk cId="2660757421" sldId="260"/>
            <ac:cxnSpMk id="5" creationId="{B389D860-2CB5-9196-F75C-4A376042E621}"/>
          </ac:cxnSpMkLst>
        </pc:cxnChg>
      </pc:sldChg>
      <pc:sldChg chg="modSp new del mod">
        <pc:chgData name="Halimat Oyiza Aliyu" userId="7d2a48e5ef8798e0" providerId="LiveId" clId="{16914F81-BF9E-4E80-9836-8779324BA3DF}" dt="2026-04-24T22:43:30.353" v="1264" actId="2696"/>
        <pc:sldMkLst>
          <pc:docMk/>
          <pc:sldMk cId="3983847445" sldId="261"/>
        </pc:sldMkLst>
        <pc:spChg chg="mod">
          <ac:chgData name="Halimat Oyiza Aliyu" userId="7d2a48e5ef8798e0" providerId="LiveId" clId="{16914F81-BF9E-4E80-9836-8779324BA3DF}" dt="2026-04-24T22:43:22.882" v="1263" actId="20577"/>
          <ac:spMkLst>
            <pc:docMk/>
            <pc:sldMk cId="3983847445" sldId="261"/>
            <ac:spMk id="2" creationId="{6C2BE846-BD25-7310-9F2E-0F3A4392FA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ECAF-0A7A-9590-15CC-3ACCF218C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7F5A9-F4F3-B6B5-95A9-6C61A6C2A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3097E-6493-A62E-B4FC-00FBC196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9CAFD-CF13-7FFD-E13C-709D76B0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EC669-10DE-A926-091A-53646E5C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4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5FE6-BBF0-FC87-8B12-7D39885CE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D7277-5457-69BC-F73F-F584CE48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B9540-D8FA-479D-05E5-F3DC37FC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DFB7-9827-F74F-DCAA-7AF8A545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A47F1-4FE4-4D51-FAD4-ADC1AFD7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FFD3-8283-C3F1-4CC1-370F1C8DC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C579F-FECD-816E-E95E-3F8E59E44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EDF7-AE64-2D83-F0AD-832B9021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858-4774-4FD9-B4C6-980D08EA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8F88F-B502-644A-4642-21BC9444D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87E2-9ECC-B260-650B-10F82223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06B0-686B-DAAB-B3A0-3DFACA3CA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973A4-3B8A-3A07-2124-1F2D3751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C8045-69F4-D016-0BA5-EF191BAE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BF462-9F62-4D66-E4D3-2E9AB1F4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10F42-B258-EA78-26D2-54AD65A0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2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D44E-60DE-AD64-56D5-AE1D2E84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FB6E8-E8DC-F72C-7316-DDADE9287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DA75B-2861-5B40-D6DA-5942164FF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A83DB-097B-EC41-6F42-0D8EF0994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9D911-C1E3-6CB1-16D0-1B5C1A8B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7B793-57A6-8CE1-84FF-5A6F0CE9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9EFB7-1308-9DF3-5C8E-441A5E38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9CE72-25D2-1D68-F39F-7D4C9DE1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7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F815-A1EA-8633-6361-A9AC3857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55311-5B84-483C-A095-090D3873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1D4E6-72A4-0FE3-135A-FDDF6CF5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172AD-4121-4410-EDAE-B3082492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3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B1F6-B748-5BEE-8154-D154E333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7FF6E-1C3B-3E7A-6844-07CFBFB5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6834-EC22-ED7B-DA17-8CD5218D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1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386A-CFFD-2BBD-4588-84BDBEB2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4DD1F-C135-245C-A20F-FFF807403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7D5F6-6474-B635-B164-D48F3BC33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18DED-CED4-3C28-FBD8-CE6C58E7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B4A90-1C95-21F1-F285-F372AB5C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A4AED-E389-C556-6521-0BD9D6C9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4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2569-9EB9-B628-BFFB-6F418E51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D71851-4145-42DE-0BBB-85E1E2732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73F59-FC0D-96FC-786C-9BCFA4AE3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DADD-26D9-3D49-E126-C45A6317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3C288-16C9-E8A2-67D3-7EC41E46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20A33-6E52-368A-4D06-5AA59857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6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1D6E-2A54-2FA3-F345-39F0989E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7D478-3535-385F-172D-EF54ADB97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849-CB40-0183-0436-2F2F1809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0550C-A2CE-2998-0724-16BF2E39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1FED8-4378-E777-E62D-4220903C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9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181BB9-254D-DABB-9156-ABDCB6BA3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A842-5961-E297-CC4B-CCB6CCC82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DB9CB-4152-D716-2B03-0885271F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7A47-236E-8399-C15A-FD4FA596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B0DEB-6B1B-AD76-A9B8-561EE22E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1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CF024-B052-E947-1CC4-0E28716F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54B9F-6224-2B37-37B7-D252405B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66417-C7DA-974D-D3BA-3AF2A2B0D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528A7-D5C9-445B-90CE-0BAD7862E80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E25F7-D375-2796-5E4F-3E91663E0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EE37F-65EA-912E-1082-372ABFB31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5E4AA-AC2E-4158-9DF7-1538B8216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4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6D81-78C8-9C7E-09F3-CDD55236A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9963" y="1854199"/>
            <a:ext cx="4572000" cy="16557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Village Sync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E192F-5534-D359-28D3-0C81626F7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0272" y="4108186"/>
            <a:ext cx="5432385" cy="125880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IOTBTech Fellowship </a:t>
            </a:r>
          </a:p>
          <a:p>
            <a:pPr algn="just"/>
            <a:r>
              <a:rPr lang="en-US" b="1" dirty="0"/>
              <a:t>Data Analytics Stack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Two Core Topics: Git, GitHub &amp; Excel Foundation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11582B-84E3-95CE-1701-AD2E16C1D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862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6B2DA7-7157-19B2-1A6B-DBCC3B320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0"/>
            <a:ext cx="1470025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BF8482-0B3B-FB36-3158-B8075CC437A3}"/>
              </a:ext>
            </a:extLst>
          </p:cNvPr>
          <p:cNvSpPr txBox="1"/>
          <p:nvPr/>
        </p:nvSpPr>
        <p:spPr>
          <a:xfrm flipH="1">
            <a:off x="7488820" y="6366076"/>
            <a:ext cx="4409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HALIMAT OYIZA ALIYU, DATA SPARK GROUP</a:t>
            </a:r>
          </a:p>
        </p:txBody>
      </p:sp>
    </p:spTree>
    <p:extLst>
      <p:ext uri="{BB962C8B-B14F-4D97-AF65-F5344CB8AC3E}">
        <p14:creationId xmlns:p14="http://schemas.microsoft.com/office/powerpoint/2010/main" val="136067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3ABB-69E7-61C6-54E6-61AB9D45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911550-B7B5-CF0C-A463-FBD6C23E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48868" cy="4371975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Git </a:t>
            </a:r>
          </a:p>
          <a:p>
            <a:pPr marL="0" indent="0">
              <a:buNone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This simply means a tool or software for tracking changes in files.</a:t>
            </a:r>
            <a:b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</a:b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r>
              <a:rPr lang="en-US" sz="29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Github</a:t>
            </a:r>
            <a:endParaRPr lang="en-US" sz="29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is an online platform that hosts Git repositories.</a:t>
            </a:r>
          </a:p>
          <a:p>
            <a:pPr marL="0" indent="0">
              <a:buNone/>
            </a:pP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They are important because: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They prevent loss of work, keep track of project history, etc.</a:t>
            </a:r>
            <a:b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</a:b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4E7BB-7A4B-CEE5-4AF2-2539139A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00" y="0"/>
            <a:ext cx="1470025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D120AC-A823-732C-F4A2-91CFA6A51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102" y="1412757"/>
            <a:ext cx="2951101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6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E505-51BD-2FA5-2CC2-1D632241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1142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Excel Interface &amp; Navigation 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239C-171D-AB02-B7A7-E104030B2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10651" cy="43513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Title Bar </a:t>
            </a:r>
          </a:p>
          <a:p>
            <a:pPr marL="0" indent="0">
              <a:buNone/>
            </a:pPr>
            <a:r>
              <a:rPr lang="en-US" sz="1800" dirty="0"/>
              <a:t>•Ribbon </a:t>
            </a:r>
          </a:p>
          <a:p>
            <a:pPr marL="0" indent="0">
              <a:buNone/>
            </a:pPr>
            <a:r>
              <a:rPr lang="en-US" sz="1800" dirty="0"/>
              <a:t>• Formula Bar </a:t>
            </a:r>
          </a:p>
          <a:p>
            <a:pPr marL="0" indent="0">
              <a:buNone/>
            </a:pPr>
            <a:r>
              <a:rPr lang="en-US" sz="1800" dirty="0"/>
              <a:t>• Name Box </a:t>
            </a:r>
          </a:p>
          <a:p>
            <a:pPr marL="0" indent="0">
              <a:buNone/>
            </a:pPr>
            <a:r>
              <a:rPr lang="en-US" sz="1800" dirty="0"/>
              <a:t>• Active Cell </a:t>
            </a:r>
          </a:p>
          <a:p>
            <a:pPr marL="0" indent="0">
              <a:buNone/>
            </a:pPr>
            <a:r>
              <a:rPr lang="en-US" sz="1800" dirty="0"/>
              <a:t>• Row/Column Headers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15DFB-A40B-702E-8916-5D164D8F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00" y="0"/>
            <a:ext cx="1470025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BDDE4B-637C-6A36-03B2-B86CAA0A7D6A}"/>
              </a:ext>
            </a:extLst>
          </p:cNvPr>
          <p:cNvSpPr txBox="1"/>
          <p:nvPr/>
        </p:nvSpPr>
        <p:spPr>
          <a:xfrm>
            <a:off x="5173884" y="1967696"/>
            <a:ext cx="5984111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Excel Core Functions</a:t>
            </a:r>
          </a:p>
          <a:p>
            <a:r>
              <a:rPr lang="en-US" dirty="0"/>
              <a:t>A function is a pre-built formula in Excel. Instead of writing a long formula, you just use the function name.</a:t>
            </a:r>
          </a:p>
          <a:p>
            <a:endParaRPr lang="en-US" dirty="0"/>
          </a:p>
          <a:p>
            <a:r>
              <a:rPr lang="en-US" dirty="0"/>
              <a:t>Examples are: SUM, AVERAGE, COUNT, COUNTA, MIN, MAX, MEDIAN, DATE, </a:t>
            </a:r>
            <a:r>
              <a:rPr lang="en-US" dirty="0" err="1"/>
              <a:t>RANKetc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 for summation,</a:t>
            </a:r>
          </a:p>
          <a:p>
            <a:r>
              <a:rPr lang="en-US" dirty="0"/>
              <a:t> = SUM ( A1:A10 ) 		Sum total of cell A1 up to cell A10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7E6F4C-475C-D09F-44FB-10FC804F5EF8}"/>
              </a:ext>
            </a:extLst>
          </p:cNvPr>
          <p:cNvCxnSpPr/>
          <p:nvPr/>
        </p:nvCxnSpPr>
        <p:spPr>
          <a:xfrm>
            <a:off x="7176304" y="4386806"/>
            <a:ext cx="590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71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5F1EF-E445-861A-91FD-80B94A13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 &amp; Formatting in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AC49-5E48-5104-AFEB-FFF75D3EE30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makes Excel think and highlight for you</a:t>
            </a:r>
          </a:p>
          <a:p>
            <a:r>
              <a:rPr lang="en-US" dirty="0"/>
              <a:t>IF, SUMIF, COUNTIF functions </a:t>
            </a:r>
          </a:p>
          <a:p>
            <a:r>
              <a:rPr lang="en-US" dirty="0"/>
              <a:t>Conditional Formatting </a:t>
            </a:r>
          </a:p>
          <a:p>
            <a:r>
              <a:rPr lang="en-US" dirty="0"/>
              <a:t>Logical Operators: AND </a:t>
            </a:r>
            <a:r>
              <a:rPr lang="en-US" dirty="0" err="1"/>
              <a:t>and</a:t>
            </a:r>
            <a:r>
              <a:rPr lang="en-US" dirty="0"/>
              <a:t> 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of IF functions</a:t>
            </a:r>
          </a:p>
          <a:p>
            <a:pPr marL="0" indent="0">
              <a:buNone/>
            </a:pPr>
            <a:r>
              <a:rPr lang="en-US" dirty="0"/>
              <a:t> =IF( logical-test, value-if-true, value-if-false ) </a:t>
            </a:r>
          </a:p>
          <a:p>
            <a:pPr marL="0" indent="0">
              <a:buNone/>
            </a:pPr>
            <a:r>
              <a:rPr lang="en-US" dirty="0"/>
              <a:t>		firstly, Excel checks the logical-test (</a:t>
            </a:r>
            <a:r>
              <a:rPr lang="en-US" dirty="0" err="1"/>
              <a:t>i.e</a:t>
            </a:r>
            <a:r>
              <a:rPr lang="en-US" dirty="0"/>
              <a:t> a condition) </a:t>
            </a:r>
          </a:p>
          <a:p>
            <a:pPr marL="0" indent="0">
              <a:buNone/>
            </a:pPr>
            <a:r>
              <a:rPr lang="en-US" dirty="0"/>
              <a:t>Secondly, If the condition is TRUE → it returns "value-if-true“</a:t>
            </a:r>
          </a:p>
          <a:p>
            <a:pPr marL="0" indent="0">
              <a:buNone/>
            </a:pPr>
            <a:r>
              <a:rPr lang="en-US" dirty="0"/>
              <a:t>And thirdly, If the condition is FALSE → it returns "value-if-false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89D860-2CB5-9196-F75C-4A376042E621}"/>
              </a:ext>
            </a:extLst>
          </p:cNvPr>
          <p:cNvCxnSpPr/>
          <p:nvPr/>
        </p:nvCxnSpPr>
        <p:spPr>
          <a:xfrm>
            <a:off x="1099594" y="4803495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85DDED7-5D28-9748-C049-A920DB5B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00" y="0"/>
            <a:ext cx="14700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5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70</TotalTime>
  <Words>249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Wingdings</vt:lpstr>
      <vt:lpstr>Office Theme</vt:lpstr>
      <vt:lpstr>Village Sync Presentation </vt:lpstr>
      <vt:lpstr>Definitions</vt:lpstr>
      <vt:lpstr>Excel Interface &amp; Navigation Key Components</vt:lpstr>
      <vt:lpstr>Conditional Statements &amp; Formatting in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Halimat Oyiza Aliyu</dc:creator>
  <cp:lastModifiedBy>Halimat Oyiza Aliyu</cp:lastModifiedBy>
  <cp:revision>1</cp:revision>
  <dcterms:created xsi:type="dcterms:W3CDTF">2026-04-24T21:34:12Z</dcterms:created>
  <dcterms:modified xsi:type="dcterms:W3CDTF">2026-04-24T22:44:34Z</dcterms:modified>
</cp:coreProperties>
</file>